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14C88-809A-44AC-B8C4-CCD644EF7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2C84E-9D9D-5AE2-73DB-BA08CBBA52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0E130-3F49-D88E-9246-C986FA55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698D-88F6-49E8-9773-1BD5CD273BD4}" type="datetimeFigureOut">
              <a:rPr lang="en-AE" smtClean="0"/>
              <a:t>09/04/2026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59154-5C02-20B5-9429-901FE6582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9677E-A49D-C16F-FE5A-BA10D7E2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24F2D-2D0D-4DBE-91F9-75878EF629A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53482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FE07-16F9-F928-53D8-CAF24ADF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97106-5762-D095-60C2-B2DB84F43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6B62E-4413-86A7-3964-3C584694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698D-88F6-49E8-9773-1BD5CD273BD4}" type="datetimeFigureOut">
              <a:rPr lang="en-AE" smtClean="0"/>
              <a:t>09/04/2026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A15F5-5390-A583-3D22-2BDF94BB7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09314-3B4B-0484-B128-6CA8DFFFB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24F2D-2D0D-4DBE-91F9-75878EF629A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42238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F3C72-F5AA-BA11-2353-A582BFBAA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EA5C8-E415-40C8-1C1D-F3A6636F9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976BD-4865-2F9F-8EDA-49201BEB4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698D-88F6-49E8-9773-1BD5CD273BD4}" type="datetimeFigureOut">
              <a:rPr lang="en-AE" smtClean="0"/>
              <a:t>09/04/2026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7E81F-F565-8C90-B6BF-691021E13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29770-CA84-88CD-37E8-0D40964B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24F2D-2D0D-4DBE-91F9-75878EF629A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1398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42866-CFCB-30F7-4CB3-83C601FE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4C5D7-9646-1C87-E92B-BA0D33D72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A57056-571D-1EDE-4757-2C42ACDBF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5B040-EB06-A48A-E3D4-502814C7A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698D-88F6-49E8-9773-1BD5CD273BD4}" type="datetimeFigureOut">
              <a:rPr lang="en-AE" smtClean="0"/>
              <a:t>09/04/2026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3B885-E696-820B-AB71-80BF1A0C5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A48A3-EF42-F117-997D-8788E51EF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24F2D-2D0D-4DBE-91F9-75878EF629A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1940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CC8DA-DE6D-5A74-16E2-FCEC0511D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77EE6-A99F-A7AB-905B-F83C4ED3A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AAC3EE-3AEE-F0D1-1B18-999241949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CD7DB-4AF2-6D40-CBB2-AB921878F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43060-F722-5E1D-DE8C-64A0E7F4E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42FE89-779D-F49C-0901-4662F76B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698D-88F6-49E8-9773-1BD5CD273BD4}" type="datetimeFigureOut">
              <a:rPr lang="en-AE" smtClean="0"/>
              <a:t>09/04/2026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9DF2F4-0DA2-B599-75EC-DF02E74F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C8C7C-EC2B-C78F-4716-EB84934E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24F2D-2D0D-4DBE-91F9-75878EF629A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957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4A0A-99B4-B806-0384-6E816EC61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481862-C093-0B35-1A9E-2BF826FEF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698D-88F6-49E8-9773-1BD5CD273BD4}" type="datetimeFigureOut">
              <a:rPr lang="en-AE" smtClean="0"/>
              <a:t>09/04/2026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4CE43B-B46E-769E-F0EE-85302579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26BAB6-7ABD-815F-E15A-98832637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24F2D-2D0D-4DBE-91F9-75878EF629A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89347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40341D-017D-5093-429B-FB2EA922B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698D-88F6-49E8-9773-1BD5CD273BD4}" type="datetimeFigureOut">
              <a:rPr lang="en-AE" smtClean="0"/>
              <a:t>09/04/2026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73BC7E-E47C-7094-7ED0-B581C40D3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EBC65-6E5A-54F9-8D98-2B4861F5B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24F2D-2D0D-4DBE-91F9-75878EF629A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45444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0D64A-5883-5E4F-293A-4B3B334B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FF8CE-6736-FC73-AC1E-FAB50EBCF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2201A-B76C-7AFF-1CD4-9ED32AEC9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A3066-6565-E519-FB2D-30A3BA0B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698D-88F6-49E8-9773-1BD5CD273BD4}" type="datetimeFigureOut">
              <a:rPr lang="en-AE" smtClean="0"/>
              <a:t>09/04/2026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90779-4335-5ACE-BE6B-AE471F0E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045CA-8090-3597-A854-58908BD57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24F2D-2D0D-4DBE-91F9-75878EF629A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77540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7565-9574-442C-DB7F-D9D2A5D4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42737D-BDBE-B837-997D-879CFB019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6FC08-81CD-46BD-2936-AFB76A694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935E1-FFF5-018F-317C-1B73C83A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698D-88F6-49E8-9773-1BD5CD273BD4}" type="datetimeFigureOut">
              <a:rPr lang="en-AE" smtClean="0"/>
              <a:t>09/04/2026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B21EB-ADBB-7719-1087-CC5F68978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423AC-97FF-F94E-ED7E-C6A9B1489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24F2D-2D0D-4DBE-91F9-75878EF629A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09955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7D60B-3074-4220-7DE0-23B7398DF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E1A06-CE05-2BD4-2C1C-AB48FCF23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D1AC-5665-A77C-751B-C58D727E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698D-88F6-49E8-9773-1BD5CD273BD4}" type="datetimeFigureOut">
              <a:rPr lang="en-AE" smtClean="0"/>
              <a:t>09/04/2026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EFD7-AC07-174E-C224-3843CF6D7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67261-6674-21EB-248C-537341F9C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24F2D-2D0D-4DBE-91F9-75878EF629A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00332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8652C-35AE-19B7-2AE6-F9F71FFD9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B0180-7815-32C7-0D24-10AF1702A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9D642-9978-AA96-DB01-2BCC30592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698D-88F6-49E8-9773-1BD5CD273BD4}" type="datetimeFigureOut">
              <a:rPr lang="en-AE" smtClean="0"/>
              <a:t>09/04/2026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0723F-4218-A46F-47C1-B1547A80A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FA11E-9968-7EFC-B49A-943C4FEB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24F2D-2D0D-4DBE-91F9-75878EF629A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39298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9285D-C315-9E46-D20B-4F697C6B0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6E98B-417A-9402-8665-25D3333EC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8DB1D-9B7B-618F-2C22-D8A57EB13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9F698D-88F6-49E8-9773-1BD5CD273BD4}" type="datetimeFigureOut">
              <a:rPr lang="en-AE" smtClean="0"/>
              <a:t>09/04/2026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07263-DFCE-CA47-643F-FDA5669483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5CDA4-63FB-5D39-FA82-0228E7F40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24F2D-2D0D-4DBE-91F9-75878EF629AD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019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63E2C7-9469-ED8A-2A7A-1EFC4D830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69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C993A-DD7B-11AD-F0A4-99B042220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EABC21-4A65-654B-CA1C-C0E6B90838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A48037-70D3-ADED-1DFD-552B2938B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5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42A445-EE1F-4DA1-85DC-E3F704B12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832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81825D-E410-9792-D93A-9666F92A6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67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68DD14-28F6-A56B-CB6D-048F98947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53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79E333-51BB-36E8-0959-10FEF5773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39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10FF71-A0AE-10C8-0CFC-21CE1A5FB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024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94758A-F7DE-BAA2-ACFB-B9F85E739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052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F946D8-A04C-A84B-96F9-9BB56CC02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418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A1C1F8-EE50-9076-4E26-7DC2CF632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102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27E320-0EDA-113C-6D70-5832C7E90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153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A5EAAE-65FB-E4CE-125C-5FB3EB993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0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Arkam Malbari</dc:creator>
  <cp:lastModifiedBy>Arkam Malbari</cp:lastModifiedBy>
  <cp:revision>1</cp:revision>
  <dcterms:created xsi:type="dcterms:W3CDTF">2026-04-09T06:47:41Z</dcterms:created>
  <dcterms:modified xsi:type="dcterms:W3CDTF">2026-04-09T07:09:25Z</dcterms:modified>
</cp:coreProperties>
</file>